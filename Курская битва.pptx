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47"/>
    <p:restoredTop sz="94610"/>
  </p:normalViewPr>
  <p:slideViewPr>
    <p:cSldViewPr snapToGrid="0" snapToObjects="1">
      <p:cViewPr>
        <p:scale>
          <a:sx n="93" d="100"/>
          <a:sy n="93" d="100"/>
        </p:scale>
        <p:origin x="30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62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Причины Курской битвы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327564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После победы под Сталинградом немецкая армия впервые начала отступать в ходе Великой отечественной войны, а советская армия начала решительное наступление остановить которое можно было только на Курской дуге и немецкое командование понимало это. Немцами была организована прочная оборонная линия, и по их мнению, она должна была выдержать любую атаку.</a:t>
            </a:r>
            <a:endParaRPr lang="en-US" sz="1400" dirty="0"/>
          </a:p>
        </p:txBody>
      </p:sp>
      <p:pic>
        <p:nvPicPr>
          <p:cNvPr id="1030" name="Picture 6" descr="Курская битва — Википедия">
            <a:extLst>
              <a:ext uri="{FF2B5EF4-FFF2-40B4-BE49-F238E27FC236}">
                <a16:creationId xmlns:a16="http://schemas.microsoft.com/office/drawing/2014/main" id="{D3D34CCF-ED1C-CA2A-E4E8-8893C283B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06488"/>
            <a:ext cx="5361709" cy="412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595" y="1731819"/>
            <a:ext cx="5017505" cy="39762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Силы сторон: Германия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 момент начала Курской битвы войска Вермахта насчитывали более 900 тыс.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15636" y="2691245"/>
            <a:ext cx="3325091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человек.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04910" y="1731819"/>
            <a:ext cx="3325091" cy="4172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Кроме огромного количества человеческой силы, немцы располагали немалым числом танков, среди которых были и танки всех новейших образцов: это более 300 танков «Тигр» и «Пантера», а также очень мощная ПТ-САУ (противотанковое орудие) «Фердинанд» или «Слон» в числе около 50 боевых единиц. Следует заметить, что среди танкового войска присутствовало три элитные танковые дивизии, которые прежде не потерпели ни одного поражения - в их составе были настоящие танковые ассы.</a:t>
            </a:r>
            <a:endParaRPr lang="en-US" sz="1400" dirty="0"/>
          </a:p>
        </p:txBody>
      </p:sp>
      <p:pic>
        <p:nvPicPr>
          <p:cNvPr id="8194" name="Picture 2" descr="Курская битва. Теперь пойдем на запад | Читать статьи по истории РФ для  школьников и студентов">
            <a:extLst>
              <a:ext uri="{FF2B5EF4-FFF2-40B4-BE49-F238E27FC236}">
                <a16:creationId xmlns:a16="http://schemas.microsoft.com/office/drawing/2014/main" id="{E0E677AE-965B-17E3-626F-3B1C4B241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726" y="1149927"/>
            <a:ext cx="4364184" cy="487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Силы сторон: СССР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Чтобы замедлить и усложнить наступление противника, Советская Армия установила приблизительно около полутора тысяч мин на каждый километр фронта. Численность пехотинцев в Советской Армии достигало более 1 млн.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солдат. А танков у Советской Армии было 3-4 тыс. , что также превосходило количество немецких. Однако большое количество советских танков – это устаревшие модели и не соперники тем же «Тиграм» Вермахта.</a:t>
            </a:r>
            <a:endParaRPr lang="en-US" sz="1400" dirty="0"/>
          </a:p>
        </p:txBody>
      </p:sp>
      <p:pic>
        <p:nvPicPr>
          <p:cNvPr id="2050" name="Picture 2" descr="Курская битва: как это было – Курская правда">
            <a:extLst>
              <a:ext uri="{FF2B5EF4-FFF2-40B4-BE49-F238E27FC236}">
                <a16:creationId xmlns:a16="http://schemas.microsoft.com/office/drawing/2014/main" id="{B4D6EFB0-B950-3F6D-C29E-9A3E21D27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472" y="1419470"/>
            <a:ext cx="5569528" cy="342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54727" y="750224"/>
            <a:ext cx="5361709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Ход битвы: начало операции «Цитадель»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468582"/>
            <a:ext cx="4447309" cy="1291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ходе операции «Цитадель» немецкое командование решило нанести контрудар на северном и южном крыле Курской дуги, чтобы окружить и уничтожить Красную армию. Но немецкой армии не удалось осуществить это.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8" y="3241964"/>
            <a:ext cx="4447308" cy="2008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Советское командование ударило по немцам мощным артиллерийским ударом, чтобы ослабить первоначальную атаку противника. Перед началом наступательной операции Вермахт нанёс мощные артиллерийские удары по позициям Красной армии.</a:t>
            </a:r>
            <a:endParaRPr lang="en-US" sz="1400" dirty="0"/>
          </a:p>
        </p:txBody>
      </p:sp>
      <p:pic>
        <p:nvPicPr>
          <p:cNvPr id="10" name="Рисунок 9" descr="Изображение выглядит как на открытом воздухе, небо, одежда, оруж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8733D6-3253-6A14-D005-C7F2FD2F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18" y="750224"/>
            <a:ext cx="4987640" cy="4593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u-RU" sz="1400" u="sng" dirty="0">
              <a:solidFill>
                <a:srgbClr val="0000EE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4696691" y="1082733"/>
            <a:ext cx="5985164" cy="980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Ход битвы: сражение под Прохоровкой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696691" y="207818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Затем на Северном фасе дуги перешли в наступление немецкие танки, но вскоре встретили очень сильное сопротивление. Немцы неоднократно меняли направление удара, но не добились значительных результатов, к 10 июля - им удалось пробиться лишь на 12 км, потеряв при этом около 2 тысяч танков. В результате им пришлось перейти к обороне. 5 июля началась атака на Южном фасе Курской дуги.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4006735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Сначала последовала мощная артподготовка. Понеся неудачи, немецкое командование решило продолжить наступление в районе Прохоровки, где уже начинали скапливаться танковые силы.</a:t>
            </a:r>
            <a:endParaRPr lang="en-US" sz="1400" dirty="0"/>
          </a:p>
        </p:txBody>
      </p:sp>
      <p:pic>
        <p:nvPicPr>
          <p:cNvPr id="4098" name="Picture 2" descr="5 июля 1943 года – начало Курской битвы | Юго-Западный государственный  университет">
            <a:extLst>
              <a:ext uri="{FF2B5EF4-FFF2-40B4-BE49-F238E27FC236}">
                <a16:creationId xmlns:a16="http://schemas.microsoft.com/office/drawing/2014/main" id="{73C63D05-A3F7-D2A1-081A-1D6E715D8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" y="721822"/>
            <a:ext cx="4558146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Ход битвы: дальнейшие события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Знаменитое сражение под Прохоровкой – самая большая танковая битва в истории, началась 11 июля, но разгар сражения в битве приходился на 12 июля. На небольшом участке фронта столкнулись 700 немецких и около 800-та советских танков и орудий.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Танки обеих сторон смешались и на протяжении дня множество экипажей танков покинуло боевые машины и сражалось в рукопашном бою.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 концу 12 июля танковая битва пошла на убыль. Советской армии не удалось разбить танковые силы противника, но остановить их продвижение удалось.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64" cy="980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Ход битвы: наступление советской армии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Немного прорвавшись вглубь, немцы были вынуждены отступить, а Советская Армия начала наступление. Потери немцев в битве под Прохоровкой были незначительны: 80 танков, а вот Советская Армия потеряла около 70 % всех танков на этом направлении.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следующие несколько дней немцы, были уже почти полностью обескровлены и потеряли атакующий потенциал, тогда как Советские резервы ещё не вступили в бой и были готовы начать решительную контратаку.</a:t>
            </a:r>
            <a:endParaRPr lang="en-US" sz="1400" dirty="0"/>
          </a:p>
        </p:txBody>
      </p:sp>
      <p:pic>
        <p:nvPicPr>
          <p:cNvPr id="5122" name="Picture 2" descr="Курская битва. Теперь пойдем на запад | Читать статьи по истории РФ для  школьников и студентов">
            <a:extLst>
              <a:ext uri="{FF2B5EF4-FFF2-40B4-BE49-F238E27FC236}">
                <a16:creationId xmlns:a16="http://schemas.microsoft.com/office/drawing/2014/main" id="{05C701F9-6F7B-E5DA-FB64-BBD8C6EEA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182" y="817418"/>
            <a:ext cx="5278580" cy="522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Ход битвы: оборона и наступление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15 июля немцы перешли к обороне. В итоге наступление немцев не принесло никаких успехов, а обе стороны понесли серьёзные потери. Число убитых с немецкой стороны оценивается числом в 70 тыс.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солдат, большое количество техники и орудий. Советская же армия потеряла по разным подсчётам приблизительно до 150 тыс. солдат, большое количество из этой цифры – безвозвратные потери. Несмотря на значительные потери, советские войска смогли удержать стратегически важные позиции.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8889" y="0"/>
            <a:ext cx="6666599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24944" y="830579"/>
            <a:ext cx="5985164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Последствия битвы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624946" y="1936866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Курская операция стала переломным моментом Великой Отечественной Войны, после которой Советская Армия продолжила наступление и освободила от немцев Украину, Белорусь, Польшу и другие республики.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624945" y="3117273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Победа под Курском создала условия для проведения первой фазы освобождения БССР.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624943" y="383216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Сразу после разгрома немцев на Курской дуге Красная Армия начала движение на запад, что вылилось в Черниговско-Припятскую операцию.</a:t>
            </a:r>
            <a:endParaRPr lang="en-US" sz="1400" dirty="0"/>
          </a:p>
        </p:txBody>
      </p:sp>
      <p:pic>
        <p:nvPicPr>
          <p:cNvPr id="7170" name="Picture 2" descr="80 лет Великой Победы. Курская битва и её жертвы - Кыргызское национальное  информационное агентство">
            <a:extLst>
              <a:ext uri="{FF2B5EF4-FFF2-40B4-BE49-F238E27FC236}">
                <a16:creationId xmlns:a16="http://schemas.microsoft.com/office/drawing/2014/main" id="{571D5896-8A6A-19B3-DFB2-29EFFDDC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8062" y="0"/>
            <a:ext cx="61457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036" y="320731"/>
            <a:ext cx="10141527" cy="58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Итоги битвы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68036" y="1315835"/>
            <a:ext cx="654915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23 сентября 1943 года был освобождён первый районный центр Беларуси — Комарин. Это стало прямым следствием того, что немецкие резервы были сожжены в «Курском котле», и удерживать линию фронта на подступах к Днепру вермахту становилось всё труднее.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68036" y="2909454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Потери в ходе Курской битвы были просто колоссальными. Большинство историков сходятся во мнении, что на Курской дуге полегло более миллиона солдат.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8036" y="3840479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После провала операции «Цитадель» немецкое командование утратило возможность проводить атаки и перешло в глухую оборону.</a:t>
            </a:r>
            <a:endParaRPr lang="en-US" sz="1400" dirty="0"/>
          </a:p>
        </p:txBody>
      </p:sp>
      <p:pic>
        <p:nvPicPr>
          <p:cNvPr id="6146" name="Picture 2" descr="23 августа 1943 августа завершилась Курская битва">
            <a:extLst>
              <a:ext uri="{FF2B5EF4-FFF2-40B4-BE49-F238E27FC236}">
                <a16:creationId xmlns:a16="http://schemas.microsoft.com/office/drawing/2014/main" id="{B01B3171-D286-E7B5-353F-2E5B20132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218" y="1144039"/>
            <a:ext cx="4692650" cy="456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причины и ход Курской битвы, включая силы сторон, ключевые сражения и последствия. Мы выяснили, что Курская битва стала переломным моментом в ходе Великой Отечественной войны, продемонстрировав силу и стойкость советской армии. Это сражение стало важным уроком военной истории и напоминает о важности единства и решимости в борьбе за свободу.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881</Words>
  <Application>Microsoft Macintosh PowerPoint</Application>
  <PresentationFormat>Широкоэкранный</PresentationFormat>
  <Paragraphs>46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Yana Shidlovskaya</cp:lastModifiedBy>
  <cp:revision>2</cp:revision>
  <dcterms:created xsi:type="dcterms:W3CDTF">2026-04-27T21:46:54Z</dcterms:created>
  <dcterms:modified xsi:type="dcterms:W3CDTF">2026-04-27T22:09:25Z</dcterms:modified>
</cp:coreProperties>
</file>